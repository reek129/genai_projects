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4" d="100"/>
          <a:sy n="54" d="100"/>
        </p:scale>
        <p:origin x="1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08F330-25ED-4163-9591-617CD2933721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3CD0ED-85E9-4BD6-B182-E3834A1F02B2}">
      <dgm:prSet phldrT="[Text]"/>
      <dgm:spPr/>
      <dgm:t>
        <a:bodyPr/>
        <a:lstStyle/>
        <a:p>
          <a:r>
            <a:rPr lang="en-US" dirty="0"/>
            <a:t>URL</a:t>
          </a:r>
        </a:p>
      </dgm:t>
    </dgm:pt>
    <dgm:pt modelId="{D6CBD4F7-AF58-44A1-B8DF-DFA45E3F63B0}" type="parTrans" cxnId="{ED35BA47-3679-44A2-9814-9158015A8C60}">
      <dgm:prSet/>
      <dgm:spPr/>
      <dgm:t>
        <a:bodyPr/>
        <a:lstStyle/>
        <a:p>
          <a:endParaRPr lang="en-US"/>
        </a:p>
      </dgm:t>
    </dgm:pt>
    <dgm:pt modelId="{DBED1880-D93F-44FB-A6A7-B909D1A321B6}" type="sibTrans" cxnId="{ED35BA47-3679-44A2-9814-9158015A8C60}">
      <dgm:prSet/>
      <dgm:spPr/>
      <dgm:t>
        <a:bodyPr/>
        <a:lstStyle/>
        <a:p>
          <a:endParaRPr lang="en-US"/>
        </a:p>
      </dgm:t>
    </dgm:pt>
    <dgm:pt modelId="{829D459A-275B-42CB-9EA9-36D65DEFD485}">
      <dgm:prSet phldrT="[Text]"/>
      <dgm:spPr/>
      <dgm:t>
        <a:bodyPr/>
        <a:lstStyle/>
        <a:p>
          <a:r>
            <a:rPr lang="en-US" dirty="0"/>
            <a:t>Get Sitemap.xml</a:t>
          </a:r>
        </a:p>
      </dgm:t>
    </dgm:pt>
    <dgm:pt modelId="{44033DCC-94F9-4EC5-BCAB-429448E40E47}" type="parTrans" cxnId="{194656E9-575D-44AE-8015-A8C020FB92C9}">
      <dgm:prSet/>
      <dgm:spPr/>
      <dgm:t>
        <a:bodyPr/>
        <a:lstStyle/>
        <a:p>
          <a:endParaRPr lang="en-US"/>
        </a:p>
      </dgm:t>
    </dgm:pt>
    <dgm:pt modelId="{33463652-0F59-469C-BA54-6BE7E260062A}" type="sibTrans" cxnId="{194656E9-575D-44AE-8015-A8C020FB92C9}">
      <dgm:prSet/>
      <dgm:spPr/>
      <dgm:t>
        <a:bodyPr/>
        <a:lstStyle/>
        <a:p>
          <a:endParaRPr lang="en-US"/>
        </a:p>
      </dgm:t>
    </dgm:pt>
    <dgm:pt modelId="{BEC2FD31-0B39-40AE-AD14-209DF7BCE4F5}">
      <dgm:prSet phldrT="[Text]"/>
      <dgm:spPr/>
      <dgm:t>
        <a:bodyPr/>
        <a:lstStyle/>
        <a:p>
          <a:r>
            <a:rPr lang="en-US" dirty="0"/>
            <a:t>Get all pages from sitemap.xml</a:t>
          </a:r>
        </a:p>
      </dgm:t>
    </dgm:pt>
    <dgm:pt modelId="{2E102CC6-8ED3-41A9-8218-BA50B0792AB9}" type="parTrans" cxnId="{81C05866-1374-44E1-A616-D06A2AF4A673}">
      <dgm:prSet/>
      <dgm:spPr/>
      <dgm:t>
        <a:bodyPr/>
        <a:lstStyle/>
        <a:p>
          <a:endParaRPr lang="en-US"/>
        </a:p>
      </dgm:t>
    </dgm:pt>
    <dgm:pt modelId="{79953D42-E4B8-44C7-AF58-C3F90E3C0A94}" type="sibTrans" cxnId="{81C05866-1374-44E1-A616-D06A2AF4A673}">
      <dgm:prSet/>
      <dgm:spPr/>
      <dgm:t>
        <a:bodyPr/>
        <a:lstStyle/>
        <a:p>
          <a:endParaRPr lang="en-US"/>
        </a:p>
      </dgm:t>
    </dgm:pt>
    <dgm:pt modelId="{01D20A97-B8E8-403D-BB91-88303BA52031}">
      <dgm:prSet phldrT="[Text]"/>
      <dgm:spPr/>
      <dgm:t>
        <a:bodyPr/>
        <a:lstStyle/>
        <a:p>
          <a:r>
            <a:rPr lang="en-US" dirty="0"/>
            <a:t>Convert each page into </a:t>
          </a:r>
          <a:r>
            <a:rPr lang="en-US" dirty="0" err="1"/>
            <a:t>langchain</a:t>
          </a:r>
          <a:r>
            <a:rPr lang="en-US" dirty="0"/>
            <a:t> document</a:t>
          </a:r>
        </a:p>
      </dgm:t>
    </dgm:pt>
    <dgm:pt modelId="{3BA49851-96DA-4B40-B487-8D9A45F81C0A}" type="parTrans" cxnId="{03777D42-00F2-42D5-975E-B505AC42CD4A}">
      <dgm:prSet/>
      <dgm:spPr/>
      <dgm:t>
        <a:bodyPr/>
        <a:lstStyle/>
        <a:p>
          <a:endParaRPr lang="en-US"/>
        </a:p>
      </dgm:t>
    </dgm:pt>
    <dgm:pt modelId="{C8281D58-5A71-49DF-BC2E-84946941BFFD}" type="sibTrans" cxnId="{03777D42-00F2-42D5-975E-B505AC42CD4A}">
      <dgm:prSet/>
      <dgm:spPr/>
      <dgm:t>
        <a:bodyPr/>
        <a:lstStyle/>
        <a:p>
          <a:endParaRPr lang="en-US"/>
        </a:p>
      </dgm:t>
    </dgm:pt>
    <dgm:pt modelId="{F04DEB23-C0AF-448A-BA26-4C022BF58CBB}">
      <dgm:prSet phldrT="[Text]"/>
      <dgm:spPr/>
      <dgm:t>
        <a:bodyPr/>
        <a:lstStyle/>
        <a:p>
          <a:r>
            <a:rPr lang="en-US" dirty="0"/>
            <a:t>embedding mode</a:t>
          </a:r>
        </a:p>
      </dgm:t>
    </dgm:pt>
    <dgm:pt modelId="{0AFB966B-E973-4957-A2B7-D52A5125F9E8}" type="parTrans" cxnId="{447F2EF7-C6F3-4B7B-B043-C5AFF38E177C}">
      <dgm:prSet/>
      <dgm:spPr/>
      <dgm:t>
        <a:bodyPr/>
        <a:lstStyle/>
        <a:p>
          <a:endParaRPr lang="en-US"/>
        </a:p>
      </dgm:t>
    </dgm:pt>
    <dgm:pt modelId="{FBD01D7B-5910-4106-A295-204B9086DEF3}" type="sibTrans" cxnId="{447F2EF7-C6F3-4B7B-B043-C5AFF38E177C}">
      <dgm:prSet/>
      <dgm:spPr/>
      <dgm:t>
        <a:bodyPr/>
        <a:lstStyle/>
        <a:p>
          <a:endParaRPr lang="en-US"/>
        </a:p>
      </dgm:t>
    </dgm:pt>
    <dgm:pt modelId="{C2491AFD-6984-4A93-89D4-1A178A77FD2C}">
      <dgm:prSet phldrT="[Text]"/>
      <dgm:spPr/>
      <dgm:t>
        <a:bodyPr/>
        <a:lstStyle/>
        <a:p>
          <a:r>
            <a:rPr lang="en-US" dirty="0"/>
            <a:t>Use embedding model</a:t>
          </a:r>
        </a:p>
      </dgm:t>
    </dgm:pt>
    <dgm:pt modelId="{3C1D6A63-47DF-4A7F-AFDF-88D230B4B5BC}" type="parTrans" cxnId="{58D90AB4-630F-4279-90E2-9805A8D6C38A}">
      <dgm:prSet/>
      <dgm:spPr/>
      <dgm:t>
        <a:bodyPr/>
        <a:lstStyle/>
        <a:p>
          <a:endParaRPr lang="en-US"/>
        </a:p>
      </dgm:t>
    </dgm:pt>
    <dgm:pt modelId="{85FB73E7-69A8-4A63-B6CE-75528C57023E}" type="sibTrans" cxnId="{58D90AB4-630F-4279-90E2-9805A8D6C38A}">
      <dgm:prSet/>
      <dgm:spPr/>
      <dgm:t>
        <a:bodyPr/>
        <a:lstStyle/>
        <a:p>
          <a:endParaRPr lang="en-US"/>
        </a:p>
      </dgm:t>
    </dgm:pt>
    <dgm:pt modelId="{9F6AE196-969D-473B-9F3E-AA6692B3736B}">
      <dgm:prSet phldrT="[Text]"/>
      <dgm:spPr/>
      <dgm:t>
        <a:bodyPr/>
        <a:lstStyle/>
        <a:p>
          <a:r>
            <a:rPr lang="en-US" dirty="0"/>
            <a:t>Build Semantic Index</a:t>
          </a:r>
        </a:p>
      </dgm:t>
    </dgm:pt>
    <dgm:pt modelId="{28FCB252-9048-4B82-9658-2FED47E1AE9F}" type="parTrans" cxnId="{951267CA-6AED-4733-AF27-D95C52D55B46}">
      <dgm:prSet/>
      <dgm:spPr/>
      <dgm:t>
        <a:bodyPr/>
        <a:lstStyle/>
        <a:p>
          <a:endParaRPr lang="en-US"/>
        </a:p>
      </dgm:t>
    </dgm:pt>
    <dgm:pt modelId="{A4D353DC-FE7A-4714-904F-5F172C53E30A}" type="sibTrans" cxnId="{951267CA-6AED-4733-AF27-D95C52D55B46}">
      <dgm:prSet/>
      <dgm:spPr/>
      <dgm:t>
        <a:bodyPr/>
        <a:lstStyle/>
        <a:p>
          <a:endParaRPr lang="en-US"/>
        </a:p>
      </dgm:t>
    </dgm:pt>
    <dgm:pt modelId="{1615E84E-330F-43DD-8246-6037FCEC8637}">
      <dgm:prSet phldrT="[Text]"/>
      <dgm:spPr/>
      <dgm:t>
        <a:bodyPr/>
        <a:lstStyle/>
        <a:p>
          <a:r>
            <a:rPr lang="en-US" dirty="0"/>
            <a:t>Save it to vector DB</a:t>
          </a:r>
        </a:p>
      </dgm:t>
    </dgm:pt>
    <dgm:pt modelId="{0784DC05-203C-40A9-92F4-05411EC7063A}" type="parTrans" cxnId="{022FFCAE-81E3-4858-976E-AB303706C5C9}">
      <dgm:prSet/>
      <dgm:spPr/>
      <dgm:t>
        <a:bodyPr/>
        <a:lstStyle/>
        <a:p>
          <a:endParaRPr lang="en-US"/>
        </a:p>
      </dgm:t>
    </dgm:pt>
    <dgm:pt modelId="{BF90B96E-43C3-44C1-BE52-B8CFEB6C9E06}" type="sibTrans" cxnId="{022FFCAE-81E3-4858-976E-AB303706C5C9}">
      <dgm:prSet/>
      <dgm:spPr/>
      <dgm:t>
        <a:bodyPr/>
        <a:lstStyle/>
        <a:p>
          <a:endParaRPr lang="en-US"/>
        </a:p>
      </dgm:t>
    </dgm:pt>
    <dgm:pt modelId="{5435BEE5-EF1D-4511-AB55-A70FBB25C31E}" type="pres">
      <dgm:prSet presAssocID="{8708F330-25ED-4163-9591-617CD2933721}" presName="Name0" presStyleCnt="0">
        <dgm:presLayoutVars>
          <dgm:dir/>
          <dgm:animLvl val="lvl"/>
          <dgm:resizeHandles val="exact"/>
        </dgm:presLayoutVars>
      </dgm:prSet>
      <dgm:spPr/>
    </dgm:pt>
    <dgm:pt modelId="{E514BA42-95B3-4E60-8E9B-8AD81F93ABD6}" type="pres">
      <dgm:prSet presAssocID="{9F6AE196-969D-473B-9F3E-AA6692B3736B}" presName="boxAndChildren" presStyleCnt="0"/>
      <dgm:spPr/>
    </dgm:pt>
    <dgm:pt modelId="{F91A4E66-C6DE-45D1-A5D4-E1C94C97D961}" type="pres">
      <dgm:prSet presAssocID="{9F6AE196-969D-473B-9F3E-AA6692B3736B}" presName="parentTextBox" presStyleLbl="node1" presStyleIdx="0" presStyleCnt="4"/>
      <dgm:spPr/>
    </dgm:pt>
    <dgm:pt modelId="{BEC9CCC9-F682-466A-AA20-979E64C1F0F1}" type="pres">
      <dgm:prSet presAssocID="{9F6AE196-969D-473B-9F3E-AA6692B3736B}" presName="entireBox" presStyleLbl="node1" presStyleIdx="0" presStyleCnt="4"/>
      <dgm:spPr/>
    </dgm:pt>
    <dgm:pt modelId="{E1B174FB-3E35-48F3-8CB0-08526C6CCF0E}" type="pres">
      <dgm:prSet presAssocID="{9F6AE196-969D-473B-9F3E-AA6692B3736B}" presName="descendantBox" presStyleCnt="0"/>
      <dgm:spPr/>
    </dgm:pt>
    <dgm:pt modelId="{722E9B0E-39B2-4F09-9386-4B354DFC8328}" type="pres">
      <dgm:prSet presAssocID="{1615E84E-330F-43DD-8246-6037FCEC8637}" presName="childTextBox" presStyleLbl="fgAccFollowNode1" presStyleIdx="0" presStyleCnt="4">
        <dgm:presLayoutVars>
          <dgm:bulletEnabled val="1"/>
        </dgm:presLayoutVars>
      </dgm:prSet>
      <dgm:spPr/>
    </dgm:pt>
    <dgm:pt modelId="{7CABE5DE-1626-4EEC-80F7-039EE4BDD326}" type="pres">
      <dgm:prSet presAssocID="{FBD01D7B-5910-4106-A295-204B9086DEF3}" presName="sp" presStyleCnt="0"/>
      <dgm:spPr/>
    </dgm:pt>
    <dgm:pt modelId="{BFF6C949-4D5D-44C8-98DD-21201FD80AE9}" type="pres">
      <dgm:prSet presAssocID="{F04DEB23-C0AF-448A-BA26-4C022BF58CBB}" presName="arrowAndChildren" presStyleCnt="0"/>
      <dgm:spPr/>
    </dgm:pt>
    <dgm:pt modelId="{D2BE80B3-C80F-49F9-9AEA-EEA1D3878098}" type="pres">
      <dgm:prSet presAssocID="{F04DEB23-C0AF-448A-BA26-4C022BF58CBB}" presName="parentTextArrow" presStyleLbl="node1" presStyleIdx="0" presStyleCnt="4"/>
      <dgm:spPr/>
    </dgm:pt>
    <dgm:pt modelId="{06B8DD4A-5A45-4B95-87AA-B6D29FDDDFBE}" type="pres">
      <dgm:prSet presAssocID="{F04DEB23-C0AF-448A-BA26-4C022BF58CBB}" presName="arrow" presStyleLbl="node1" presStyleIdx="1" presStyleCnt="4"/>
      <dgm:spPr/>
    </dgm:pt>
    <dgm:pt modelId="{43C9184A-74CB-4705-8A08-7942E23E7762}" type="pres">
      <dgm:prSet presAssocID="{F04DEB23-C0AF-448A-BA26-4C022BF58CBB}" presName="descendantArrow" presStyleCnt="0"/>
      <dgm:spPr/>
    </dgm:pt>
    <dgm:pt modelId="{64306468-0327-43AE-951E-2EA7A7352946}" type="pres">
      <dgm:prSet presAssocID="{C2491AFD-6984-4A93-89D4-1A178A77FD2C}" presName="childTextArrow" presStyleLbl="fgAccFollowNode1" presStyleIdx="1" presStyleCnt="4">
        <dgm:presLayoutVars>
          <dgm:bulletEnabled val="1"/>
        </dgm:presLayoutVars>
      </dgm:prSet>
      <dgm:spPr/>
    </dgm:pt>
    <dgm:pt modelId="{40518A14-E0C7-47A1-9BAC-73448348BDED}" type="pres">
      <dgm:prSet presAssocID="{79953D42-E4B8-44C7-AF58-C3F90E3C0A94}" presName="sp" presStyleCnt="0"/>
      <dgm:spPr/>
    </dgm:pt>
    <dgm:pt modelId="{67DF6336-C05A-420F-8C6B-3392F0CBB1F6}" type="pres">
      <dgm:prSet presAssocID="{BEC2FD31-0B39-40AE-AD14-209DF7BCE4F5}" presName="arrowAndChildren" presStyleCnt="0"/>
      <dgm:spPr/>
    </dgm:pt>
    <dgm:pt modelId="{D7396B81-5955-424D-A1B8-8281A8D67A4A}" type="pres">
      <dgm:prSet presAssocID="{BEC2FD31-0B39-40AE-AD14-209DF7BCE4F5}" presName="parentTextArrow" presStyleLbl="node1" presStyleIdx="1" presStyleCnt="4"/>
      <dgm:spPr/>
    </dgm:pt>
    <dgm:pt modelId="{133FD6FF-4404-417E-98A5-9D1D96F61A6B}" type="pres">
      <dgm:prSet presAssocID="{BEC2FD31-0B39-40AE-AD14-209DF7BCE4F5}" presName="arrow" presStyleLbl="node1" presStyleIdx="2" presStyleCnt="4"/>
      <dgm:spPr/>
    </dgm:pt>
    <dgm:pt modelId="{5C9C2468-C1CD-486B-A5FA-D3BBFA11F7EA}" type="pres">
      <dgm:prSet presAssocID="{BEC2FD31-0B39-40AE-AD14-209DF7BCE4F5}" presName="descendantArrow" presStyleCnt="0"/>
      <dgm:spPr/>
    </dgm:pt>
    <dgm:pt modelId="{CB9FB4C4-6B3E-4CBB-9BA2-37E84690400F}" type="pres">
      <dgm:prSet presAssocID="{01D20A97-B8E8-403D-BB91-88303BA52031}" presName="childTextArrow" presStyleLbl="fgAccFollowNode1" presStyleIdx="2" presStyleCnt="4">
        <dgm:presLayoutVars>
          <dgm:bulletEnabled val="1"/>
        </dgm:presLayoutVars>
      </dgm:prSet>
      <dgm:spPr/>
    </dgm:pt>
    <dgm:pt modelId="{B1F959A5-E897-49AF-B13A-2791D6906F58}" type="pres">
      <dgm:prSet presAssocID="{DBED1880-D93F-44FB-A6A7-B909D1A321B6}" presName="sp" presStyleCnt="0"/>
      <dgm:spPr/>
    </dgm:pt>
    <dgm:pt modelId="{CA280F34-C9AD-4242-940B-221987EDD891}" type="pres">
      <dgm:prSet presAssocID="{2A3CD0ED-85E9-4BD6-B182-E3834A1F02B2}" presName="arrowAndChildren" presStyleCnt="0"/>
      <dgm:spPr/>
    </dgm:pt>
    <dgm:pt modelId="{0FD9C377-765F-4E8B-A338-7AF67A0CD6F5}" type="pres">
      <dgm:prSet presAssocID="{2A3CD0ED-85E9-4BD6-B182-E3834A1F02B2}" presName="parentTextArrow" presStyleLbl="node1" presStyleIdx="2" presStyleCnt="4"/>
      <dgm:spPr/>
    </dgm:pt>
    <dgm:pt modelId="{18F4CF75-C006-4F86-84C5-891123278AFB}" type="pres">
      <dgm:prSet presAssocID="{2A3CD0ED-85E9-4BD6-B182-E3834A1F02B2}" presName="arrow" presStyleLbl="node1" presStyleIdx="3" presStyleCnt="4"/>
      <dgm:spPr/>
    </dgm:pt>
    <dgm:pt modelId="{4F664EA3-224A-451D-ACCD-63B729E99CC0}" type="pres">
      <dgm:prSet presAssocID="{2A3CD0ED-85E9-4BD6-B182-E3834A1F02B2}" presName="descendantArrow" presStyleCnt="0"/>
      <dgm:spPr/>
    </dgm:pt>
    <dgm:pt modelId="{5F204F8E-CE72-43BD-A455-A7BABD31F07E}" type="pres">
      <dgm:prSet presAssocID="{829D459A-275B-42CB-9EA9-36D65DEFD485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67E8820E-9D09-4193-B703-3A43170F3F9B}" type="presOf" srcId="{BEC2FD31-0B39-40AE-AD14-209DF7BCE4F5}" destId="{D7396B81-5955-424D-A1B8-8281A8D67A4A}" srcOrd="0" destOrd="0" presId="urn:microsoft.com/office/officeart/2005/8/layout/process4"/>
    <dgm:cxn modelId="{1B2AA125-1B41-420F-A6BD-1BCA86F26260}" type="presOf" srcId="{1615E84E-330F-43DD-8246-6037FCEC8637}" destId="{722E9B0E-39B2-4F09-9386-4B354DFC8328}" srcOrd="0" destOrd="0" presId="urn:microsoft.com/office/officeart/2005/8/layout/process4"/>
    <dgm:cxn modelId="{03777D42-00F2-42D5-975E-B505AC42CD4A}" srcId="{BEC2FD31-0B39-40AE-AD14-209DF7BCE4F5}" destId="{01D20A97-B8E8-403D-BB91-88303BA52031}" srcOrd="0" destOrd="0" parTransId="{3BA49851-96DA-4B40-B487-8D9A45F81C0A}" sibTransId="{C8281D58-5A71-49DF-BC2E-84946941BFFD}"/>
    <dgm:cxn modelId="{81C05866-1374-44E1-A616-D06A2AF4A673}" srcId="{8708F330-25ED-4163-9591-617CD2933721}" destId="{BEC2FD31-0B39-40AE-AD14-209DF7BCE4F5}" srcOrd="1" destOrd="0" parTransId="{2E102CC6-8ED3-41A9-8218-BA50B0792AB9}" sibTransId="{79953D42-E4B8-44C7-AF58-C3F90E3C0A94}"/>
    <dgm:cxn modelId="{ED35BA47-3679-44A2-9814-9158015A8C60}" srcId="{8708F330-25ED-4163-9591-617CD2933721}" destId="{2A3CD0ED-85E9-4BD6-B182-E3834A1F02B2}" srcOrd="0" destOrd="0" parTransId="{D6CBD4F7-AF58-44A1-B8DF-DFA45E3F63B0}" sibTransId="{DBED1880-D93F-44FB-A6A7-B909D1A321B6}"/>
    <dgm:cxn modelId="{47F2E369-014E-4D2E-8CCF-477B65453AFC}" type="presOf" srcId="{C2491AFD-6984-4A93-89D4-1A178A77FD2C}" destId="{64306468-0327-43AE-951E-2EA7A7352946}" srcOrd="0" destOrd="0" presId="urn:microsoft.com/office/officeart/2005/8/layout/process4"/>
    <dgm:cxn modelId="{FCBAEC50-0374-41DA-9EDF-A45D9B06A770}" type="presOf" srcId="{9F6AE196-969D-473B-9F3E-AA6692B3736B}" destId="{F91A4E66-C6DE-45D1-A5D4-E1C94C97D961}" srcOrd="0" destOrd="0" presId="urn:microsoft.com/office/officeart/2005/8/layout/process4"/>
    <dgm:cxn modelId="{6B447656-6559-410D-9CFF-2BEC155E874B}" type="presOf" srcId="{2A3CD0ED-85E9-4BD6-B182-E3834A1F02B2}" destId="{0FD9C377-765F-4E8B-A338-7AF67A0CD6F5}" srcOrd="0" destOrd="0" presId="urn:microsoft.com/office/officeart/2005/8/layout/process4"/>
    <dgm:cxn modelId="{23758699-8AD1-451C-8FEA-66B8DA5650FA}" type="presOf" srcId="{BEC2FD31-0B39-40AE-AD14-209DF7BCE4F5}" destId="{133FD6FF-4404-417E-98A5-9D1D96F61A6B}" srcOrd="1" destOrd="0" presId="urn:microsoft.com/office/officeart/2005/8/layout/process4"/>
    <dgm:cxn modelId="{EF336FAC-0807-42E4-B141-587043F0899B}" type="presOf" srcId="{F04DEB23-C0AF-448A-BA26-4C022BF58CBB}" destId="{D2BE80B3-C80F-49F9-9AEA-EEA1D3878098}" srcOrd="0" destOrd="0" presId="urn:microsoft.com/office/officeart/2005/8/layout/process4"/>
    <dgm:cxn modelId="{022FFCAE-81E3-4858-976E-AB303706C5C9}" srcId="{9F6AE196-969D-473B-9F3E-AA6692B3736B}" destId="{1615E84E-330F-43DD-8246-6037FCEC8637}" srcOrd="0" destOrd="0" parTransId="{0784DC05-203C-40A9-92F4-05411EC7063A}" sibTransId="{BF90B96E-43C3-44C1-BE52-B8CFEB6C9E06}"/>
    <dgm:cxn modelId="{58D90AB4-630F-4279-90E2-9805A8D6C38A}" srcId="{F04DEB23-C0AF-448A-BA26-4C022BF58CBB}" destId="{C2491AFD-6984-4A93-89D4-1A178A77FD2C}" srcOrd="0" destOrd="0" parTransId="{3C1D6A63-47DF-4A7F-AFDF-88D230B4B5BC}" sibTransId="{85FB73E7-69A8-4A63-B6CE-75528C57023E}"/>
    <dgm:cxn modelId="{F6A413B5-5BFC-4CE7-804A-71B6BF758966}" type="presOf" srcId="{9F6AE196-969D-473B-9F3E-AA6692B3736B}" destId="{BEC9CCC9-F682-466A-AA20-979E64C1F0F1}" srcOrd="1" destOrd="0" presId="urn:microsoft.com/office/officeart/2005/8/layout/process4"/>
    <dgm:cxn modelId="{8CD843CA-8CD3-451F-83C5-06179C39DAC1}" type="presOf" srcId="{F04DEB23-C0AF-448A-BA26-4C022BF58CBB}" destId="{06B8DD4A-5A45-4B95-87AA-B6D29FDDDFBE}" srcOrd="1" destOrd="0" presId="urn:microsoft.com/office/officeart/2005/8/layout/process4"/>
    <dgm:cxn modelId="{951267CA-6AED-4733-AF27-D95C52D55B46}" srcId="{8708F330-25ED-4163-9591-617CD2933721}" destId="{9F6AE196-969D-473B-9F3E-AA6692B3736B}" srcOrd="3" destOrd="0" parTransId="{28FCB252-9048-4B82-9658-2FED47E1AE9F}" sibTransId="{A4D353DC-FE7A-4714-904F-5F172C53E30A}"/>
    <dgm:cxn modelId="{CCA22AD1-7A48-4263-B637-CF3664C092A7}" type="presOf" srcId="{829D459A-275B-42CB-9EA9-36D65DEFD485}" destId="{5F204F8E-CE72-43BD-A455-A7BABD31F07E}" srcOrd="0" destOrd="0" presId="urn:microsoft.com/office/officeart/2005/8/layout/process4"/>
    <dgm:cxn modelId="{194656E9-575D-44AE-8015-A8C020FB92C9}" srcId="{2A3CD0ED-85E9-4BD6-B182-E3834A1F02B2}" destId="{829D459A-275B-42CB-9EA9-36D65DEFD485}" srcOrd="0" destOrd="0" parTransId="{44033DCC-94F9-4EC5-BCAB-429448E40E47}" sibTransId="{33463652-0F59-469C-BA54-6BE7E260062A}"/>
    <dgm:cxn modelId="{9DAFCFEC-8FFE-4C54-95F5-F835086F1761}" type="presOf" srcId="{01D20A97-B8E8-403D-BB91-88303BA52031}" destId="{CB9FB4C4-6B3E-4CBB-9BA2-37E84690400F}" srcOrd="0" destOrd="0" presId="urn:microsoft.com/office/officeart/2005/8/layout/process4"/>
    <dgm:cxn modelId="{C65941F5-3630-4A32-A2D1-D0F5643151E5}" type="presOf" srcId="{2A3CD0ED-85E9-4BD6-B182-E3834A1F02B2}" destId="{18F4CF75-C006-4F86-84C5-891123278AFB}" srcOrd="1" destOrd="0" presId="urn:microsoft.com/office/officeart/2005/8/layout/process4"/>
    <dgm:cxn modelId="{447F2EF7-C6F3-4B7B-B043-C5AFF38E177C}" srcId="{8708F330-25ED-4163-9591-617CD2933721}" destId="{F04DEB23-C0AF-448A-BA26-4C022BF58CBB}" srcOrd="2" destOrd="0" parTransId="{0AFB966B-E973-4957-A2B7-D52A5125F9E8}" sibTransId="{FBD01D7B-5910-4106-A295-204B9086DEF3}"/>
    <dgm:cxn modelId="{EB2F41F8-2213-4765-94E6-7702E9532148}" type="presOf" srcId="{8708F330-25ED-4163-9591-617CD2933721}" destId="{5435BEE5-EF1D-4511-AB55-A70FBB25C31E}" srcOrd="0" destOrd="0" presId="urn:microsoft.com/office/officeart/2005/8/layout/process4"/>
    <dgm:cxn modelId="{DE49F2A4-AA38-4931-9A87-9ADA51DDCCF6}" type="presParOf" srcId="{5435BEE5-EF1D-4511-AB55-A70FBB25C31E}" destId="{E514BA42-95B3-4E60-8E9B-8AD81F93ABD6}" srcOrd="0" destOrd="0" presId="urn:microsoft.com/office/officeart/2005/8/layout/process4"/>
    <dgm:cxn modelId="{B03D95CC-AB05-46CF-838D-1B0D58F77809}" type="presParOf" srcId="{E514BA42-95B3-4E60-8E9B-8AD81F93ABD6}" destId="{F91A4E66-C6DE-45D1-A5D4-E1C94C97D961}" srcOrd="0" destOrd="0" presId="urn:microsoft.com/office/officeart/2005/8/layout/process4"/>
    <dgm:cxn modelId="{276ABC96-6E53-46ED-8197-D2C179EB0B75}" type="presParOf" srcId="{E514BA42-95B3-4E60-8E9B-8AD81F93ABD6}" destId="{BEC9CCC9-F682-466A-AA20-979E64C1F0F1}" srcOrd="1" destOrd="0" presId="urn:microsoft.com/office/officeart/2005/8/layout/process4"/>
    <dgm:cxn modelId="{C640DCFD-80AA-42BC-AD68-2672CB8D83FD}" type="presParOf" srcId="{E514BA42-95B3-4E60-8E9B-8AD81F93ABD6}" destId="{E1B174FB-3E35-48F3-8CB0-08526C6CCF0E}" srcOrd="2" destOrd="0" presId="urn:microsoft.com/office/officeart/2005/8/layout/process4"/>
    <dgm:cxn modelId="{3D823C21-42E3-420F-8DBA-C706B8849924}" type="presParOf" srcId="{E1B174FB-3E35-48F3-8CB0-08526C6CCF0E}" destId="{722E9B0E-39B2-4F09-9386-4B354DFC8328}" srcOrd="0" destOrd="0" presId="urn:microsoft.com/office/officeart/2005/8/layout/process4"/>
    <dgm:cxn modelId="{DDFD15E3-AAE0-44B4-AEF8-944C33430BBC}" type="presParOf" srcId="{5435BEE5-EF1D-4511-AB55-A70FBB25C31E}" destId="{7CABE5DE-1626-4EEC-80F7-039EE4BDD326}" srcOrd="1" destOrd="0" presId="urn:microsoft.com/office/officeart/2005/8/layout/process4"/>
    <dgm:cxn modelId="{B617FE46-A5CB-46F9-A654-9473193B2FA6}" type="presParOf" srcId="{5435BEE5-EF1D-4511-AB55-A70FBB25C31E}" destId="{BFF6C949-4D5D-44C8-98DD-21201FD80AE9}" srcOrd="2" destOrd="0" presId="urn:microsoft.com/office/officeart/2005/8/layout/process4"/>
    <dgm:cxn modelId="{09A5A5AE-287C-4269-A653-A70FB775AA66}" type="presParOf" srcId="{BFF6C949-4D5D-44C8-98DD-21201FD80AE9}" destId="{D2BE80B3-C80F-49F9-9AEA-EEA1D3878098}" srcOrd="0" destOrd="0" presId="urn:microsoft.com/office/officeart/2005/8/layout/process4"/>
    <dgm:cxn modelId="{A300618A-16C8-489E-968A-AB9EC66AC701}" type="presParOf" srcId="{BFF6C949-4D5D-44C8-98DD-21201FD80AE9}" destId="{06B8DD4A-5A45-4B95-87AA-B6D29FDDDFBE}" srcOrd="1" destOrd="0" presId="urn:microsoft.com/office/officeart/2005/8/layout/process4"/>
    <dgm:cxn modelId="{DC4CEFF0-0D1A-4871-A7E7-CB1F6D2FF0EB}" type="presParOf" srcId="{BFF6C949-4D5D-44C8-98DD-21201FD80AE9}" destId="{43C9184A-74CB-4705-8A08-7942E23E7762}" srcOrd="2" destOrd="0" presId="urn:microsoft.com/office/officeart/2005/8/layout/process4"/>
    <dgm:cxn modelId="{73D33D9E-5113-439C-8CFE-A0BEAD87BC6E}" type="presParOf" srcId="{43C9184A-74CB-4705-8A08-7942E23E7762}" destId="{64306468-0327-43AE-951E-2EA7A7352946}" srcOrd="0" destOrd="0" presId="urn:microsoft.com/office/officeart/2005/8/layout/process4"/>
    <dgm:cxn modelId="{A1DC36D2-E1E5-4D41-800B-86E580C7E331}" type="presParOf" srcId="{5435BEE5-EF1D-4511-AB55-A70FBB25C31E}" destId="{40518A14-E0C7-47A1-9BAC-73448348BDED}" srcOrd="3" destOrd="0" presId="urn:microsoft.com/office/officeart/2005/8/layout/process4"/>
    <dgm:cxn modelId="{E9253415-B603-4F5C-95C3-15FC0BE416E5}" type="presParOf" srcId="{5435BEE5-EF1D-4511-AB55-A70FBB25C31E}" destId="{67DF6336-C05A-420F-8C6B-3392F0CBB1F6}" srcOrd="4" destOrd="0" presId="urn:microsoft.com/office/officeart/2005/8/layout/process4"/>
    <dgm:cxn modelId="{660E1AFC-28D0-4B10-B174-547F767BFCEE}" type="presParOf" srcId="{67DF6336-C05A-420F-8C6B-3392F0CBB1F6}" destId="{D7396B81-5955-424D-A1B8-8281A8D67A4A}" srcOrd="0" destOrd="0" presId="urn:microsoft.com/office/officeart/2005/8/layout/process4"/>
    <dgm:cxn modelId="{738E71C7-C01E-40CE-B48B-44C7D754A339}" type="presParOf" srcId="{67DF6336-C05A-420F-8C6B-3392F0CBB1F6}" destId="{133FD6FF-4404-417E-98A5-9D1D96F61A6B}" srcOrd="1" destOrd="0" presId="urn:microsoft.com/office/officeart/2005/8/layout/process4"/>
    <dgm:cxn modelId="{ED0FA686-7650-4D13-8C1B-DFC9B0CEB820}" type="presParOf" srcId="{67DF6336-C05A-420F-8C6B-3392F0CBB1F6}" destId="{5C9C2468-C1CD-486B-A5FA-D3BBFA11F7EA}" srcOrd="2" destOrd="0" presId="urn:microsoft.com/office/officeart/2005/8/layout/process4"/>
    <dgm:cxn modelId="{78FD67ED-05EA-4465-93EC-BF020A039ECC}" type="presParOf" srcId="{5C9C2468-C1CD-486B-A5FA-D3BBFA11F7EA}" destId="{CB9FB4C4-6B3E-4CBB-9BA2-37E84690400F}" srcOrd="0" destOrd="0" presId="urn:microsoft.com/office/officeart/2005/8/layout/process4"/>
    <dgm:cxn modelId="{484215C9-0833-44CE-B46A-FB2591E8FE15}" type="presParOf" srcId="{5435BEE5-EF1D-4511-AB55-A70FBB25C31E}" destId="{B1F959A5-E897-49AF-B13A-2791D6906F58}" srcOrd="5" destOrd="0" presId="urn:microsoft.com/office/officeart/2005/8/layout/process4"/>
    <dgm:cxn modelId="{DC7B45E0-9BA1-4108-819E-C941252DA5ED}" type="presParOf" srcId="{5435BEE5-EF1D-4511-AB55-A70FBB25C31E}" destId="{CA280F34-C9AD-4242-940B-221987EDD891}" srcOrd="6" destOrd="0" presId="urn:microsoft.com/office/officeart/2005/8/layout/process4"/>
    <dgm:cxn modelId="{69E0C4BB-26AC-4F49-9E30-0E054C51781D}" type="presParOf" srcId="{CA280F34-C9AD-4242-940B-221987EDD891}" destId="{0FD9C377-765F-4E8B-A338-7AF67A0CD6F5}" srcOrd="0" destOrd="0" presId="urn:microsoft.com/office/officeart/2005/8/layout/process4"/>
    <dgm:cxn modelId="{CD1A1CC8-DB63-4D12-A896-39AADC72D19A}" type="presParOf" srcId="{CA280F34-C9AD-4242-940B-221987EDD891}" destId="{18F4CF75-C006-4F86-84C5-891123278AFB}" srcOrd="1" destOrd="0" presId="urn:microsoft.com/office/officeart/2005/8/layout/process4"/>
    <dgm:cxn modelId="{B6DE95E0-2CDC-440A-93DD-361508431F26}" type="presParOf" srcId="{CA280F34-C9AD-4242-940B-221987EDD891}" destId="{4F664EA3-224A-451D-ACCD-63B729E99CC0}" srcOrd="2" destOrd="0" presId="urn:microsoft.com/office/officeart/2005/8/layout/process4"/>
    <dgm:cxn modelId="{16922D4A-A6B6-466E-B7F2-21D739C205C0}" type="presParOf" srcId="{4F664EA3-224A-451D-ACCD-63B729E99CC0}" destId="{5F204F8E-CE72-43BD-A455-A7BABD31F07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9CCC9-F682-466A-AA20-979E64C1F0F1}">
      <dsp:nvSpPr>
        <dsp:cNvPr id="0" name=""/>
        <dsp:cNvSpPr/>
      </dsp:nvSpPr>
      <dsp:spPr>
        <a:xfrm>
          <a:off x="0" y="3569039"/>
          <a:ext cx="10515600" cy="7808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Build Semantic Index</a:t>
          </a:r>
        </a:p>
      </dsp:txBody>
      <dsp:txXfrm>
        <a:off x="0" y="3569039"/>
        <a:ext cx="10515600" cy="421642"/>
      </dsp:txXfrm>
    </dsp:sp>
    <dsp:sp modelId="{722E9B0E-39B2-4F09-9386-4B354DFC8328}">
      <dsp:nvSpPr>
        <dsp:cNvPr id="0" name=""/>
        <dsp:cNvSpPr/>
      </dsp:nvSpPr>
      <dsp:spPr>
        <a:xfrm>
          <a:off x="0" y="3975065"/>
          <a:ext cx="10515600" cy="3591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Save it to vector DB</a:t>
          </a:r>
        </a:p>
      </dsp:txBody>
      <dsp:txXfrm>
        <a:off x="0" y="3975065"/>
        <a:ext cx="10515600" cy="359176"/>
      </dsp:txXfrm>
    </dsp:sp>
    <dsp:sp modelId="{06B8DD4A-5A45-4B95-87AA-B6D29FDDDFBE}">
      <dsp:nvSpPr>
        <dsp:cNvPr id="0" name=""/>
        <dsp:cNvSpPr/>
      </dsp:nvSpPr>
      <dsp:spPr>
        <a:xfrm rot="10800000">
          <a:off x="0" y="2379853"/>
          <a:ext cx="10515600" cy="120089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embedding mode</a:t>
          </a:r>
        </a:p>
      </dsp:txBody>
      <dsp:txXfrm rot="-10800000">
        <a:off x="0" y="2379853"/>
        <a:ext cx="10515600" cy="421515"/>
      </dsp:txXfrm>
    </dsp:sp>
    <dsp:sp modelId="{64306468-0327-43AE-951E-2EA7A7352946}">
      <dsp:nvSpPr>
        <dsp:cNvPr id="0" name=""/>
        <dsp:cNvSpPr/>
      </dsp:nvSpPr>
      <dsp:spPr>
        <a:xfrm>
          <a:off x="0" y="2801368"/>
          <a:ext cx="10515600" cy="359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Use embedding model</a:t>
          </a:r>
        </a:p>
      </dsp:txBody>
      <dsp:txXfrm>
        <a:off x="0" y="2801368"/>
        <a:ext cx="10515600" cy="359068"/>
      </dsp:txXfrm>
    </dsp:sp>
    <dsp:sp modelId="{133FD6FF-4404-417E-98A5-9D1D96F61A6B}">
      <dsp:nvSpPr>
        <dsp:cNvPr id="0" name=""/>
        <dsp:cNvSpPr/>
      </dsp:nvSpPr>
      <dsp:spPr>
        <a:xfrm rot="10800000">
          <a:off x="0" y="1190666"/>
          <a:ext cx="10515600" cy="120089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Get all pages from sitemap.xml</a:t>
          </a:r>
        </a:p>
      </dsp:txBody>
      <dsp:txXfrm rot="-10800000">
        <a:off x="0" y="1190666"/>
        <a:ext cx="10515600" cy="421515"/>
      </dsp:txXfrm>
    </dsp:sp>
    <dsp:sp modelId="{CB9FB4C4-6B3E-4CBB-9BA2-37E84690400F}">
      <dsp:nvSpPr>
        <dsp:cNvPr id="0" name=""/>
        <dsp:cNvSpPr/>
      </dsp:nvSpPr>
      <dsp:spPr>
        <a:xfrm>
          <a:off x="0" y="1612181"/>
          <a:ext cx="10515600" cy="359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Convert each page into </a:t>
          </a:r>
          <a:r>
            <a:rPr lang="en-US" sz="2100" kern="1200" dirty="0" err="1"/>
            <a:t>langchain</a:t>
          </a:r>
          <a:r>
            <a:rPr lang="en-US" sz="2100" kern="1200" dirty="0"/>
            <a:t> document</a:t>
          </a:r>
        </a:p>
      </dsp:txBody>
      <dsp:txXfrm>
        <a:off x="0" y="1612181"/>
        <a:ext cx="10515600" cy="359068"/>
      </dsp:txXfrm>
    </dsp:sp>
    <dsp:sp modelId="{18F4CF75-C006-4F86-84C5-891123278AFB}">
      <dsp:nvSpPr>
        <dsp:cNvPr id="0" name=""/>
        <dsp:cNvSpPr/>
      </dsp:nvSpPr>
      <dsp:spPr>
        <a:xfrm rot="10800000">
          <a:off x="0" y="1479"/>
          <a:ext cx="10515600" cy="120089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URL</a:t>
          </a:r>
        </a:p>
      </dsp:txBody>
      <dsp:txXfrm rot="-10800000">
        <a:off x="0" y="1479"/>
        <a:ext cx="10515600" cy="421515"/>
      </dsp:txXfrm>
    </dsp:sp>
    <dsp:sp modelId="{5F204F8E-CE72-43BD-A455-A7BABD31F07E}">
      <dsp:nvSpPr>
        <dsp:cNvPr id="0" name=""/>
        <dsp:cNvSpPr/>
      </dsp:nvSpPr>
      <dsp:spPr>
        <a:xfrm>
          <a:off x="0" y="422994"/>
          <a:ext cx="10515600" cy="35906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Get Sitemap.xml</a:t>
          </a:r>
        </a:p>
      </dsp:txBody>
      <dsp:txXfrm>
        <a:off x="0" y="422994"/>
        <a:ext cx="10515600" cy="359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712B-7446-C6EF-9249-2DC25C461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64DC9-B6BB-C185-7BAE-A52353B43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87588-EDFD-6BDF-00A0-6BB4753F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7E229-A68E-E134-DEF9-034EE80E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71FD-5791-0FF8-2F3D-E348F4B7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D94B-3C0D-EA9F-715F-251DE38AD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97880-2FAF-3D4F-D241-7448ADD5E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212E0-0D07-59BD-5687-851EFCE8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D8B9-502C-F8DF-63A3-F604C4C7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814F-E201-3F69-835C-563563F8A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41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1BA7-E3B3-702D-3D7D-C8CA38A3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7A3B4-FF91-6F85-6243-954072E24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67803-7F4A-D4EB-11A1-3FB3CB65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F5813-5ECF-CA5F-6E95-F500D8E8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446E-C3E8-19F9-DE84-E9ACED74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4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5EAA-2849-AFAD-66E5-0EB987F1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D32A-1979-2FCE-2763-C0AC71DF1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9E585-4AC3-2F39-E674-782F525E7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2947D-58FB-9443-0F23-A54307EF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4DE36-9B7E-AA98-CA82-3FA011B6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C2822-DFB2-8E0F-995D-FE3AB66E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77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B9D3-1F47-6FAB-21D1-24D37684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55650-F649-E460-1885-D22A4622D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6AF21-3FCC-9896-67A4-284D1FB3A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A67C5-A6E4-C0DF-3061-367C6A795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FABAE-798D-B502-0771-7DE99AF85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EF115-7108-4664-14F8-54FE764C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BE64B-9269-5D27-1B14-6818A4EEB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63ABB-7686-91A7-8DB4-54A06BD9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09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B137-B4C7-3DF2-EDCF-D6C96D43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7F3725-3481-0EE7-8076-16BE54D8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BC0B1-B6D8-F152-75C2-B9BA61CE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2417C-7103-7412-816B-C03411DD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37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7368B-125C-5587-2B40-CCDC25057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1188D-BB86-B3BB-D27A-A4F15ABD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EAFF-8591-9BF5-743C-53D9CBC2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5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15DC-BA51-9C48-EDCD-C747030A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B86AF-A4C3-AA70-41D8-4A5F5849B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3C92E-B5EB-12FB-AF88-CDE900C6B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88605-F403-5088-0F27-C38E94E6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3AC9E-EE9F-D9BE-56CA-AA6ED48E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10AEA-0FC9-2947-3FBC-7B4369E2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A6F5-EE42-3905-AAB8-218D0F35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02EF7-13F2-640B-A578-948142461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02908-F834-5734-3B44-2F29C60D1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2FCC-E6AD-6302-17FB-572D46A8A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DFA4D-75A5-56F2-2EF8-01D0B18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6D921-256A-B274-EAC6-4F77D8BD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9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747C-B8CB-E3B5-2EA9-DA992845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94CCC-2B0F-80C6-5AEC-45FC7A5B9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8215-ECB3-EA63-2980-F93E51AB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E591-373F-705D-9B28-554E2A70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DC03-9666-7682-CB94-7260A9EC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5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1950E-C207-3F8C-72B6-1DB985A81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31F4C-06B2-19EA-F556-3DD1D3796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D4E91-24F2-5000-FA30-0B1770DB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4713-B148-BED5-5645-D75D08F4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4DE9-75C1-63DF-8C2B-3683F2DF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0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C899D2-E959-70B0-E20E-51BC6EB3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6E87D-F2DA-99E1-7AAA-CD91FF51B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CE54-C0B9-FAA8-9B3E-8B8DA7E63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92D1B-B957-4303-ABF7-9CE6EFB0B28D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C897-A900-DE88-D701-1E00B2BC3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148D-74C1-3579-A2B2-683DA88E7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4D660-FCF5-46CC-BBD1-B8375BBCA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32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CF3D-A639-4FAC-5D80-86A72E3A7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 Chatbot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4A544-5B92-9031-E8B7-2021C292C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Reek Majumder</a:t>
            </a:r>
          </a:p>
        </p:txBody>
      </p:sp>
    </p:spTree>
    <p:extLst>
      <p:ext uri="{BB962C8B-B14F-4D97-AF65-F5344CB8AC3E}">
        <p14:creationId xmlns:p14="http://schemas.microsoft.com/office/powerpoint/2010/main" val="47913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F3E5-02EE-DA82-3009-AE159337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62D3E8-D51D-34AC-E112-012D4B68F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2813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6450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88AC-EBDE-3F4C-3FBD-BE87779D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7CCC55-BC1F-DC44-81B5-50DB9583291A}"/>
              </a:ext>
            </a:extLst>
          </p:cNvPr>
          <p:cNvSpPr/>
          <p:nvPr/>
        </p:nvSpPr>
        <p:spPr>
          <a:xfrm>
            <a:off x="710119" y="2645923"/>
            <a:ext cx="1770434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Actor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A83416D-73F2-1390-361B-8D5F4F745EFB}"/>
              </a:ext>
            </a:extLst>
          </p:cNvPr>
          <p:cNvSpPr/>
          <p:nvPr/>
        </p:nvSpPr>
        <p:spPr>
          <a:xfrm rot="2196340">
            <a:off x="2755632" y="3558406"/>
            <a:ext cx="1598587" cy="816956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Query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7D6F8-73C4-55A0-97FE-D4E6AED60556}"/>
              </a:ext>
            </a:extLst>
          </p:cNvPr>
          <p:cNvSpPr/>
          <p:nvPr/>
        </p:nvSpPr>
        <p:spPr>
          <a:xfrm>
            <a:off x="8735439" y="1405647"/>
            <a:ext cx="2519464" cy="20233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BC81C-0F64-8332-2D5F-F670D10F47F9}"/>
              </a:ext>
            </a:extLst>
          </p:cNvPr>
          <p:cNvSpPr/>
          <p:nvPr/>
        </p:nvSpPr>
        <p:spPr>
          <a:xfrm>
            <a:off x="4996775" y="4299625"/>
            <a:ext cx="1770434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94BAD30-814A-9B9E-D39C-5420D9640A6F}"/>
              </a:ext>
            </a:extLst>
          </p:cNvPr>
          <p:cNvSpPr/>
          <p:nvPr/>
        </p:nvSpPr>
        <p:spPr>
          <a:xfrm rot="21201481">
            <a:off x="2735886" y="1914696"/>
            <a:ext cx="5633054" cy="81695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Query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FA90BA7-ED19-63ED-EC69-6D8292F8FC0E}"/>
              </a:ext>
            </a:extLst>
          </p:cNvPr>
          <p:cNvCxnSpPr>
            <a:stCxn id="6" idx="2"/>
            <a:endCxn id="7" idx="3"/>
          </p:cNvCxnSpPr>
          <p:nvPr/>
        </p:nvCxnSpPr>
        <p:spPr>
          <a:xfrm rot="5400000">
            <a:off x="7709982" y="2486227"/>
            <a:ext cx="1342417" cy="322796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E14A03-7FDB-9C5A-B25A-65D616E91706}"/>
              </a:ext>
            </a:extLst>
          </p:cNvPr>
          <p:cNvSpPr txBox="1"/>
          <p:nvPr/>
        </p:nvSpPr>
        <p:spPr>
          <a:xfrm>
            <a:off x="7733489" y="4173166"/>
            <a:ext cx="1964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Ranked Results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353BC43-9387-EFCC-39DA-0D06676DCE91}"/>
              </a:ext>
            </a:extLst>
          </p:cNvPr>
          <p:cNvSpPr/>
          <p:nvPr/>
        </p:nvSpPr>
        <p:spPr>
          <a:xfrm>
            <a:off x="5583677" y="5398851"/>
            <a:ext cx="583659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32415B-BBA5-0BFA-1654-2784510B09EA}"/>
              </a:ext>
            </a:extLst>
          </p:cNvPr>
          <p:cNvSpPr/>
          <p:nvPr/>
        </p:nvSpPr>
        <p:spPr>
          <a:xfrm>
            <a:off x="4533089" y="5972784"/>
            <a:ext cx="2684834" cy="6225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Actual Response</a:t>
            </a:r>
          </a:p>
        </p:txBody>
      </p:sp>
    </p:spTree>
    <p:extLst>
      <p:ext uri="{BB962C8B-B14F-4D97-AF65-F5344CB8AC3E}">
        <p14:creationId xmlns:p14="http://schemas.microsoft.com/office/powerpoint/2010/main" val="44267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Custom Chatbot</vt:lpstr>
      <vt:lpstr>Workflow</vt:lpstr>
      <vt:lpstr>User Interaction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Reek Majumder</dc:creator>
  <cp:lastModifiedBy>Reek Majumder</cp:lastModifiedBy>
  <cp:revision>2</cp:revision>
  <dcterms:created xsi:type="dcterms:W3CDTF">2025-07-03T20:53:28Z</dcterms:created>
  <dcterms:modified xsi:type="dcterms:W3CDTF">2025-07-13T04:27:32Z</dcterms:modified>
</cp:coreProperties>
</file>